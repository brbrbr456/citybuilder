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04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59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38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83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7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15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99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708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10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22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913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5877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557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073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329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724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33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C37EA77-0027-4C1E-A4E3-D4BF16F29B9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64980B-70D2-4196-8C5E-35DCAA5725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300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98711-877A-E384-0266-3AA55D614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</a:t>
            </a:r>
            <a:r>
              <a:rPr lang="en-US" dirty="0"/>
              <a:t>“</a:t>
            </a:r>
            <a:r>
              <a:rPr lang="ru-RU" dirty="0"/>
              <a:t>Градостроитель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7B457E-5695-0829-B70A-6BF9681FA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Курс</a:t>
            </a:r>
            <a:r>
              <a:rPr lang="en-US" sz="2800" dirty="0"/>
              <a:t> “Python 2.0”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0540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38F43-C70A-224B-B74C-4F374769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Знакомство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04D68-23B8-C673-4349-A8354E33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Меня зовут Александр.</a:t>
            </a:r>
          </a:p>
          <a:p>
            <a:r>
              <a:rPr lang="ru-RU" dirty="0"/>
              <a:t>Мне нравится программировать.</a:t>
            </a:r>
          </a:p>
        </p:txBody>
      </p:sp>
    </p:spTree>
    <p:extLst>
      <p:ext uri="{BB962C8B-B14F-4D97-AF65-F5344CB8AC3E}">
        <p14:creationId xmlns:p14="http://schemas.microsoft.com/office/powerpoint/2010/main" val="321431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27B0F-6594-AD7F-0609-1CA85244F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E3B791-2667-D471-1DA2-89FDC97A5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Мой проект – это игра про строительство города.</a:t>
            </a:r>
          </a:p>
        </p:txBody>
      </p:sp>
      <p:pic>
        <p:nvPicPr>
          <p:cNvPr id="1026" name="Picture 2" descr="Доха - Лучшие курорты - Катар - Поиск попутчиков с Triplook">
            <a:extLst>
              <a:ext uri="{FF2B5EF4-FFF2-40B4-BE49-F238E27FC236}">
                <a16:creationId xmlns:a16="http://schemas.microsoft.com/office/drawing/2014/main" id="{97B66FE9-A1E9-9AE4-158B-18C4CEBD5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131" y="2743201"/>
            <a:ext cx="5415570" cy="3610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83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CCD7A-43F4-15ED-8E3F-0C2C948F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F2B778-2E38-A236-07B2-F632DFEDD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A5D63C-C9B2-6631-2186-FF0FB167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483" y="2120102"/>
            <a:ext cx="5193351" cy="32834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BBB045-C498-E3AB-CC71-7EA22CDA8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8" y="2120102"/>
            <a:ext cx="5138681" cy="328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0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99DC6-FEA3-31A1-F02C-46383640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E1A317-B2FE-ABF3-2DFE-4943B432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892FE7-4B38-185F-E57A-1F1DA7A7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10" y="1732449"/>
            <a:ext cx="5505447" cy="26345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1F1985-3278-B3C6-7335-D1A797340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28869"/>
            <a:ext cx="5729337" cy="283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5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C1963-AD0A-07E5-42C4-744EB722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7C5A8A-86B9-D837-5917-95E05C4E4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F2D759-FE20-885F-51EE-82E41BD59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945" y="1580050"/>
            <a:ext cx="5335788" cy="27862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7DB4DA-9986-9C94-FBE5-4D9FAF8A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29" y="2973196"/>
            <a:ext cx="5143140" cy="257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1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E949A-E9B3-D70A-55DF-580ABEC9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я использовал из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076C2-6FCF-1774-8150-200B1A299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 с классами.</a:t>
            </a:r>
          </a:p>
          <a:p>
            <a:r>
              <a:rPr lang="ru-RU" dirty="0"/>
              <a:t>Работа с </a:t>
            </a:r>
            <a:r>
              <a:rPr lang="en-US" dirty="0"/>
              <a:t>SQL </a:t>
            </a:r>
            <a:r>
              <a:rPr lang="ru-RU" dirty="0"/>
              <a:t>базами данных.</a:t>
            </a:r>
          </a:p>
          <a:p>
            <a:r>
              <a:rPr lang="ru-RU" dirty="0"/>
              <a:t>Создание телеграм ботов с помощью отдельной библиотеки.</a:t>
            </a:r>
          </a:p>
          <a:p>
            <a:r>
              <a:rPr lang="ru-RU" dirty="0"/>
              <a:t>Создание мобильных приложений с помощью</a:t>
            </a:r>
            <a:r>
              <a:rPr lang="en-US" dirty="0"/>
              <a:t> </a:t>
            </a:r>
            <a:r>
              <a:rPr lang="en-US" dirty="0" err="1"/>
              <a:t>Kivy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Работа с изображениями, графические эффекты.</a:t>
            </a:r>
          </a:p>
        </p:txBody>
      </p:sp>
    </p:spTree>
    <p:extLst>
      <p:ext uri="{BB962C8B-B14F-4D97-AF65-F5344CB8AC3E}">
        <p14:creationId xmlns:p14="http://schemas.microsoft.com/office/powerpoint/2010/main" val="97657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83164-92F5-DDDC-1229-07098CB0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Моя любимая часть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D795B8-C65C-994E-F6A7-EBA7ED851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Тратить деньги на новые здания.</a:t>
            </a:r>
          </a:p>
        </p:txBody>
      </p:sp>
      <p:pic>
        <p:nvPicPr>
          <p:cNvPr id="2050" name="Picture 2" descr="Компьютерщик бросает деньги замедленная съемка фотобудка: стоковое видео  (без лицензионных платежей), 8774059 | Shutterstock">
            <a:extLst>
              <a:ext uri="{FF2B5EF4-FFF2-40B4-BE49-F238E27FC236}">
                <a16:creationId xmlns:a16="http://schemas.microsoft.com/office/drawing/2014/main" id="{059D6F3A-C0C8-BA20-9A74-19FF5C8CF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221" y="2396043"/>
            <a:ext cx="6306766" cy="35475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9464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42623-870A-10B7-D7EF-02E8160A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можно добавить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1AB5A3-A026-B2C4-8B2D-DDE77ADC0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3</a:t>
            </a:r>
            <a:r>
              <a:rPr lang="en-US" dirty="0"/>
              <a:t>D </a:t>
            </a:r>
            <a:r>
              <a:rPr lang="ru-RU" dirty="0"/>
              <a:t>версию игры.</a:t>
            </a:r>
          </a:p>
          <a:p>
            <a:r>
              <a:rPr lang="ru-RU" dirty="0"/>
              <a:t>Добавить новые здания.</a:t>
            </a:r>
          </a:p>
        </p:txBody>
      </p:sp>
    </p:spTree>
    <p:extLst>
      <p:ext uri="{BB962C8B-B14F-4D97-AF65-F5344CB8AC3E}">
        <p14:creationId xmlns:p14="http://schemas.microsoft.com/office/powerpoint/2010/main" val="309551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F92025A2-D420-8428-F51C-1DC5B0303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1582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77</TotalTime>
  <Words>96</Words>
  <Application>Microsoft Office PowerPoint</Application>
  <PresentationFormat>Широкоэкранный</PresentationFormat>
  <Paragraphs>21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Calisto MT</vt:lpstr>
      <vt:lpstr>Wingdings 2</vt:lpstr>
      <vt:lpstr>Сланец</vt:lpstr>
      <vt:lpstr>Проект “Градостроитель”</vt:lpstr>
      <vt:lpstr>Знакомство</vt:lpstr>
      <vt:lpstr>О проекте</vt:lpstr>
      <vt:lpstr>Демонстрация проекта</vt:lpstr>
      <vt:lpstr>Как это работает</vt:lpstr>
      <vt:lpstr>Как это работает</vt:lpstr>
      <vt:lpstr>Что я использовал из Python</vt:lpstr>
      <vt:lpstr>Моя любимая часть проекта</vt:lpstr>
      <vt:lpstr>Что можно добавить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Мытищи Инжинириум</dc:creator>
  <cp:lastModifiedBy>Мытищи Инжинириум</cp:lastModifiedBy>
  <cp:revision>3</cp:revision>
  <dcterms:created xsi:type="dcterms:W3CDTF">2026-05-16T15:36:46Z</dcterms:created>
  <dcterms:modified xsi:type="dcterms:W3CDTF">2026-05-23T15:52:24Z</dcterms:modified>
</cp:coreProperties>
</file>
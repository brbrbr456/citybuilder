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9044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0592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9381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0835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75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1156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0995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708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5105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8223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913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158777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8557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0733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4329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97247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339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C37EA77-0027-4C1E-A4E3-D4BF16F29B9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9364980B-70D2-4196-8C5E-35DCAA5725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33003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598711-877A-E384-0266-3AA55D614A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Проект </a:t>
            </a:r>
            <a:r>
              <a:rPr lang="en-US" dirty="0"/>
              <a:t>“</a:t>
            </a:r>
            <a:r>
              <a:rPr lang="ru-RU" dirty="0"/>
              <a:t>Градостроитель</a:t>
            </a:r>
            <a:r>
              <a:rPr lang="en-US" dirty="0"/>
              <a:t>”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7B457E-5695-0829-B70A-6BF9681FA5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Курс</a:t>
            </a:r>
            <a:r>
              <a:rPr lang="en-US" sz="2800" dirty="0"/>
              <a:t> “Python 2.0”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605408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C38F43-C70A-224B-B74C-4F3747691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Знакомство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604D68-23B8-C673-4349-A8354E334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Меня зовут Баран.</a:t>
            </a:r>
          </a:p>
          <a:p>
            <a:r>
              <a:rPr lang="ru-RU" dirty="0"/>
              <a:t>Я люблю </a:t>
            </a:r>
            <a:r>
              <a:rPr lang="ru-RU" dirty="0" err="1"/>
              <a:t>игроманить</a:t>
            </a:r>
            <a:r>
              <a:rPr lang="ru-RU" dirty="0"/>
              <a:t> в комп.</a:t>
            </a:r>
          </a:p>
        </p:txBody>
      </p:sp>
    </p:spTree>
    <p:extLst>
      <p:ext uri="{BB962C8B-B14F-4D97-AF65-F5344CB8AC3E}">
        <p14:creationId xmlns:p14="http://schemas.microsoft.com/office/powerpoint/2010/main" val="3214316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A27B0F-6594-AD7F-0609-1CA85244F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проекте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E3B791-2667-D471-1DA2-89FDC97A5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Мой проект – это игра про строительство города.</a:t>
            </a:r>
          </a:p>
        </p:txBody>
      </p:sp>
      <p:pic>
        <p:nvPicPr>
          <p:cNvPr id="1026" name="Picture 2" descr="Доха - Лучшие курорты - Катар - Поиск попутчиков с Triplook">
            <a:extLst>
              <a:ext uri="{FF2B5EF4-FFF2-40B4-BE49-F238E27FC236}">
                <a16:creationId xmlns:a16="http://schemas.microsoft.com/office/drawing/2014/main" id="{97B66FE9-A1E9-9AE4-158B-18C4CEBD5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7131" y="2743201"/>
            <a:ext cx="5415570" cy="36103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0883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BCCD7A-43F4-15ED-8E3F-0C2C948F0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F2B778-2E38-A236-07B2-F632DFEDD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3A5D63C-C9B2-6631-2186-FF0FB167B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483" y="2120102"/>
            <a:ext cx="5193351" cy="328344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8BBB045-C498-E3AB-CC71-7EA22CDA8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8" y="2120102"/>
            <a:ext cx="5138681" cy="3283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501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499DC6-FEA3-31A1-F02C-463836403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это работает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E1A317-B2FE-ABF3-2DFE-4943B4320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B892FE7-4B38-185F-E57A-1F1DA7A72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10" y="1732449"/>
            <a:ext cx="5505447" cy="263450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31F1985-3278-B3C6-7335-D1A797340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328869"/>
            <a:ext cx="5729337" cy="2836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657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DC1963-AD0A-07E5-42C4-744EB7225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это работает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7C5A8A-86B9-D837-5917-95E05C4E4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5F2D759-FE20-885F-51EE-82E41BD59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945" y="1580050"/>
            <a:ext cx="5335788" cy="27862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D7DB4DA-9986-9C94-FBE5-4D9FAF8AD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29" y="2973196"/>
            <a:ext cx="5143140" cy="257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14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6E949A-E9B3-D70A-55DF-580ABEC96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я использовал из </a:t>
            </a:r>
            <a:r>
              <a:rPr lang="en-US" dirty="0"/>
              <a:t>Python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5076C2-6FCF-1774-8150-200B1A299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Работа с классами.</a:t>
            </a:r>
          </a:p>
          <a:p>
            <a:r>
              <a:rPr lang="ru-RU" dirty="0"/>
              <a:t>Работа с </a:t>
            </a:r>
            <a:r>
              <a:rPr lang="en-US" dirty="0"/>
              <a:t>SQL </a:t>
            </a:r>
            <a:r>
              <a:rPr lang="ru-RU" dirty="0"/>
              <a:t>базами данных.</a:t>
            </a:r>
          </a:p>
          <a:p>
            <a:r>
              <a:rPr lang="ru-RU" dirty="0"/>
              <a:t>Создание телеграм ботов с помощью отдельной библиотеки.</a:t>
            </a:r>
          </a:p>
          <a:p>
            <a:r>
              <a:rPr lang="ru-RU" dirty="0"/>
              <a:t>Создание мобильных приложений с помощью</a:t>
            </a:r>
            <a:r>
              <a:rPr lang="en-US" dirty="0"/>
              <a:t> </a:t>
            </a:r>
            <a:r>
              <a:rPr lang="en-US" dirty="0" err="1"/>
              <a:t>Kivy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Работа с изображениями, графические эффекты.</a:t>
            </a:r>
          </a:p>
        </p:txBody>
      </p:sp>
    </p:spTree>
    <p:extLst>
      <p:ext uri="{BB962C8B-B14F-4D97-AF65-F5344CB8AC3E}">
        <p14:creationId xmlns:p14="http://schemas.microsoft.com/office/powerpoint/2010/main" val="976570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F83164-92F5-DDDC-1229-07098CB04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Моя любимая часть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D795B8-C65C-994E-F6A7-EBA7ED85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Тратить деньги на новые здания.</a:t>
            </a:r>
          </a:p>
        </p:txBody>
      </p:sp>
      <p:pic>
        <p:nvPicPr>
          <p:cNvPr id="2050" name="Picture 2" descr="Компьютерщик бросает деньги замедленная съемка фотобудка: стоковое видео  (без лицензионных платежей), 8774059 | Shutterstock">
            <a:extLst>
              <a:ext uri="{FF2B5EF4-FFF2-40B4-BE49-F238E27FC236}">
                <a16:creationId xmlns:a16="http://schemas.microsoft.com/office/drawing/2014/main" id="{059D6F3A-C0C8-BA20-9A74-19FF5C8CF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6221" y="2396043"/>
            <a:ext cx="6306766" cy="35475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4644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58BA78-B2C4-FF33-5EB0-EB10ADD0C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можно улучшить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D08A23-E4F0-62B8-6969-05612AE1C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ru-RU" dirty="0"/>
              <a:t>Думаю создать мультиплеер, </a:t>
            </a:r>
            <a:r>
              <a:rPr lang="en-US" dirty="0"/>
              <a:t>3D </a:t>
            </a:r>
            <a:r>
              <a:rPr lang="ru-RU" dirty="0"/>
              <a:t>версию игры.</a:t>
            </a:r>
          </a:p>
        </p:txBody>
      </p:sp>
    </p:spTree>
    <p:extLst>
      <p:ext uri="{BB962C8B-B14F-4D97-AF65-F5344CB8AC3E}">
        <p14:creationId xmlns:p14="http://schemas.microsoft.com/office/powerpoint/2010/main" val="2185155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F92025A2-D420-8428-F51C-1DC5B0303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71582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ланец">
  <a:themeElements>
    <a:clrScheme name="Сланец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Сланец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ланец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TM04033929[[fn=Сланец]]</Template>
  <TotalTime>60</TotalTime>
  <Words>97</Words>
  <Application>Microsoft Office PowerPoint</Application>
  <PresentationFormat>Широкоэкранный</PresentationFormat>
  <Paragraphs>20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Calisto MT</vt:lpstr>
      <vt:lpstr>Wingdings 2</vt:lpstr>
      <vt:lpstr>Сланец</vt:lpstr>
      <vt:lpstr>Проект “Градостроитель”</vt:lpstr>
      <vt:lpstr>Знакомство</vt:lpstr>
      <vt:lpstr>О проекте</vt:lpstr>
      <vt:lpstr>Демонстрация проекта</vt:lpstr>
      <vt:lpstr>Как это работает</vt:lpstr>
      <vt:lpstr>Как это работает</vt:lpstr>
      <vt:lpstr>Что я использовал из Python</vt:lpstr>
      <vt:lpstr>Моя любимая часть проекта</vt:lpstr>
      <vt:lpstr>Что можно улучшить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Мытищи Инжинириум</dc:creator>
  <cp:lastModifiedBy>Мытищи Инжинириум</cp:lastModifiedBy>
  <cp:revision>2</cp:revision>
  <dcterms:created xsi:type="dcterms:W3CDTF">2026-05-16T15:36:46Z</dcterms:created>
  <dcterms:modified xsi:type="dcterms:W3CDTF">2026-05-16T16:39:45Z</dcterms:modified>
</cp:coreProperties>
</file>